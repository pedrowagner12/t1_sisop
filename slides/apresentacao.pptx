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23444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Contagem paralela de objetos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uma matriz binária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Implementações sequencial e paralela com Pthreads POSIX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Operacionais - 2026/II - Escola Politécnica - PUCRS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Filipo Novo Mór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Augusto Wagner  ·  Diogo Giacoboni Gallo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017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binária é uma imagem: 0 é fundo, 1 é primeiro plano.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objeto é uma região de células 1 ligadas por aresta ou por canto: conectividade 8.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Contar objetos é contar componentes conexas.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implementações equivalentes: a sequencial serve de referência de correção, e a paralela precisa dar exatamente o mesmo número.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760720" y="1234440"/>
            <a:ext cx="384048" cy="384048"/>
          </a:xfrm>
          <a:prstGeom prst="rect">
            <a:avLst/>
          </a:prstGeom>
          <a:solidFill>
            <a:srgbClr val="1E2761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4768" y="1234440"/>
            <a:ext cx="384048" cy="384048"/>
          </a:xfrm>
          <a:prstGeom prst="rect">
            <a:avLst/>
          </a:prstGeom>
          <a:solidFill>
            <a:srgbClr val="1E2761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28816" y="123444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12864" y="123444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96912" y="123444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60720" y="1618488"/>
            <a:ext cx="384048" cy="384048"/>
          </a:xfrm>
          <a:prstGeom prst="rect">
            <a:avLst/>
          </a:prstGeom>
          <a:solidFill>
            <a:srgbClr val="1E2761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44768" y="1618488"/>
            <a:ext cx="384048" cy="384048"/>
          </a:xfrm>
          <a:prstGeom prst="rect">
            <a:avLst/>
          </a:prstGeom>
          <a:solidFill>
            <a:srgbClr val="1E2761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8816" y="161848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12864" y="161848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6912" y="161848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2002536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44768" y="2002536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8816" y="2002536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12864" y="2002536"/>
            <a:ext cx="384048" cy="384048"/>
          </a:xfrm>
          <a:prstGeom prst="rect">
            <a:avLst/>
          </a:prstGeom>
          <a:solidFill>
            <a:srgbClr val="1E2761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96912" y="2002536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2386584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44768" y="2386584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28816" y="2386584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12864" y="2386584"/>
            <a:ext cx="384048" cy="384048"/>
          </a:xfrm>
          <a:prstGeom prst="rect">
            <a:avLst/>
          </a:prstGeom>
          <a:solidFill>
            <a:srgbClr val="1E2761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96912" y="2386584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0" y="2770632"/>
            <a:ext cx="384048" cy="384048"/>
          </a:xfrm>
          <a:prstGeom prst="rect">
            <a:avLst/>
          </a:prstGeom>
          <a:solidFill>
            <a:srgbClr val="1E2761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44768" y="2770632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28816" y="2770632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12864" y="2770632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96912" y="2770632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94960" y="3291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1 do enunciado: 3 objetos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Operacionais - PUCRS - 2026/II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017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em três fases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679192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9CED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252728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Rotulagem local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581912"/>
            <a:ext cx="23500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thread recebe uma faixa de linhas e roda o flood fill só dentro dela.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Paralela, sem região crítica.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36976" y="1143000"/>
            <a:ext cx="2679192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9CE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1568" y="1252728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Consolidação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1581912"/>
            <a:ext cx="23500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 cortados pelas fronteiras são unificados com union-find.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Paralela, com mutex.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07608" y="1143000"/>
            <a:ext cx="2679192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9CE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72200" y="1252728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Contagem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581912"/>
            <a:ext cx="23500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os rótulos que continuaram sendo raiz da própria classe.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Sequencial, de 1% a 4% do tempo.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03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Somar contagens locais não funciona: um objeto pode aparecer em duas faixas.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Operacionais - PUCRS - 2026/II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017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sequencial: a referência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Varredura da matriz; a primeira célula 1 não visitada inicia um objeto.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flood fill marca todas as células alcançáveis pelos 8 vizinhos.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Pilha explícita em vez de recursão: em 4000 x 4000 a versão recursiva estoura a pilha do processo.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célula é marcada antes de ser empilhada, então entra na pilha no máximo uma vez: custo O(linhas x colunas).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0" y="1188720"/>
            <a:ext cx="3200400" cy="2194560"/>
          </a:xfrm>
          <a:prstGeom prst="rect">
            <a:avLst/>
          </a:prstGeom>
          <a:solidFill>
            <a:srgbClr val="F7F7F7"/>
          </a:solidFill>
          <a:ln w="12700">
            <a:solidFill>
              <a:srgbClr val="C9CE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23560" y="128016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objetos++;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visitado[idx] = 1;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pilha[topo++] = idx;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(topo &gt; 0)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atual = pilha[--topo];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(k = 0; k &lt; 8; k++)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empilha vizinho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Operacionais - PUCRS - 2026/II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017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Decomposição: faixas de linhas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faixas contíguas, uma por thread; o resto da divisão vira uma linha a mais nas primeiras faixas.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thread fica vazia; se T for maior que o número de linhas, T é reduzido.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thread escreve apenas nas posições das suas linhas: não há dado compartilhado sendo escrito por duas threads.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Ligação horizontal nunca é cortada por faixas de linhas: as duas células estão sempre na mesma linha.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760720" y="1188720"/>
            <a:ext cx="2834640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852160" y="13533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0 - linhas 0 a 999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760720" y="1847088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52160" y="2011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1 - linhas 1000 a 1999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760720" y="2505456"/>
            <a:ext cx="2834640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852160" y="26700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2 - linhas 2000 a 2999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760720" y="3163824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52160" y="33284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3 - linhas 3000 a 3999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3886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fronteiras para consolidar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Operacionais - PUCRS - 2026/II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017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 das componentes locais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5120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rótulo de uma componente é o índice linear da sua célula semente somado de 1.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cada célula pertence a uma única faixa, dois rótulos gerados por threads diferentes nunca colidem.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Consequência: não existe contador global, não existe mutex e não existe região crítica na fase mais cara do programa.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vetor de rótulos custa 4 bytes por célula: é o preço de conseguir consolidar as fronteiras depois.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0" y="1234440"/>
            <a:ext cx="3017520" cy="1371600"/>
          </a:xfrm>
          <a:prstGeom prst="rect">
            <a:avLst/>
          </a:prstGeom>
          <a:solidFill>
            <a:srgbClr val="F7F7F7"/>
          </a:solidFill>
          <a:ln w="12700">
            <a:solidFill>
              <a:srgbClr val="C9CE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806440" y="13258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rotulo = idx + 1;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pai[rotulo] = rotulo;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rotulos[idx] = rotulo;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0" y="2788920"/>
            <a:ext cx="3017520" cy="1143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9CE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33872" y="2898648"/>
            <a:ext cx="2688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sem sincronização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833872" y="3227832"/>
            <a:ext cx="26883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Escrita disjunta por construção: cada thread só toca as próprias linhas.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Operacionais - PUCRS - 2026/II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017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Pthreads e não processos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1417320"/>
          </a:xfrm>
          <a:prstGeom prst="rect">
            <a:avLst/>
          </a:prstGeom>
          <a:solidFill>
            <a:srgbClr val="F2F2F2"/>
          </a:solidFill>
          <a:ln w="12700">
            <a:solidFill>
              <a:srgbClr val="C9CED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25272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criação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581912"/>
            <a:ext cx="369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medição do material da disciplina: fork() custa cerca de 4x mais que pthread_create(), porque exige montar uma nova tabela de páginas.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143000"/>
            <a:ext cx="4023360" cy="1417320"/>
          </a:xfrm>
          <a:prstGeom prst="rect">
            <a:avLst/>
          </a:prstGeom>
          <a:solidFill>
            <a:srgbClr val="F2F2F2"/>
          </a:solidFill>
          <a:ln w="12700">
            <a:solidFill>
              <a:srgbClr val="C9CE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25272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Natureza dos dados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581912"/>
            <a:ext cx="369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e o vetor de rótulos são grandes e precisam ser vistos por todos. Com threads eles já são compartilhados.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280160"/>
          </a:xfrm>
          <a:prstGeom prst="rect">
            <a:avLst/>
          </a:prstGeom>
          <a:solidFill>
            <a:srgbClr val="F2F2F2"/>
          </a:solidFill>
          <a:ln w="12700">
            <a:solidFill>
              <a:srgbClr val="C9CE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85292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processos seria preciso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3182112"/>
            <a:ext cx="3694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shm_open mais mmap, ou devolver resultados parciais por pipes: mais código, sem mais paralelismo.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280160"/>
          </a:xfrm>
          <a:prstGeom prst="rect">
            <a:avLst/>
          </a:prstGeom>
          <a:solidFill>
            <a:srgbClr val="F2F2F2"/>
          </a:solidFill>
          <a:ln w="12700">
            <a:solidFill>
              <a:srgbClr val="C9CE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28032" y="285292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 conhecido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3182112"/>
            <a:ext cx="3694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fork() depois de criar threads clona mutexes travados. Aqui não há mistura dos dois modelos.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Operacionais - PUCRS - 2026/II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017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das fronteiras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5120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célula 1 na primeira linha da faixa, olham-se os três vizinhos da última linha da faixa de cima: diagonal esquerda, vertical e diagonal direita.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Union-find com compressão de caminho; a raiz é sempre o menor rótulo, o que torna o resultado independente da ordem das threads.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união acontece entre pthread_mutex_lock e pthread_mutex_unlock: essa é a região crítica.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thread trata só a sua fronteira superior, então nenhuma fronteira é feita duas vezes.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0" y="1463040"/>
            <a:ext cx="420624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64224" y="1463040"/>
            <a:ext cx="420624" cy="420624"/>
          </a:xfrm>
          <a:prstGeom prst="rect">
            <a:avLst/>
          </a:prstGeom>
          <a:solidFill>
            <a:srgbClr val="97BC62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84848" y="1463040"/>
            <a:ext cx="420624" cy="420624"/>
          </a:xfrm>
          <a:prstGeom prst="rect">
            <a:avLst/>
          </a:prstGeom>
          <a:solidFill>
            <a:srgbClr val="97BC62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05472" y="1463040"/>
            <a:ext cx="420624" cy="420624"/>
          </a:xfrm>
          <a:prstGeom prst="rect">
            <a:avLst/>
          </a:prstGeom>
          <a:solidFill>
            <a:srgbClr val="97BC62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26096" y="1463040"/>
            <a:ext cx="420624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0" y="1883664"/>
            <a:ext cx="420624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64224" y="1883664"/>
            <a:ext cx="420624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84848" y="1883664"/>
            <a:ext cx="420624" cy="420624"/>
          </a:xfrm>
          <a:prstGeom prst="rect">
            <a:avLst/>
          </a:prstGeom>
          <a:solidFill>
            <a:srgbClr val="1E2761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05472" y="1883664"/>
            <a:ext cx="420624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26096" y="1883664"/>
            <a:ext cx="420624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E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52160" y="1883664"/>
            <a:ext cx="2286000" cy="0"/>
          </a:xfrm>
          <a:prstGeom prst="line">
            <a:avLst/>
          </a:prstGeom>
          <a:noFill/>
          <a:ln w="25400">
            <a:solidFill>
              <a:srgbClr val="B85042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539496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fronteira entre duas faixas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394960" y="27432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vizinhos cobrem a vertical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as duas diagonais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Operacionais - PUCRS - 2026/II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017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Corretude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42976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914400"/>
                <a:gridCol w="1005840"/>
                <a:gridCol w="6400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Dimensões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Esperado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Paralelo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x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x 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x 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x 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x 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0" y="114300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resultado com 1, 2, 3, 4 e 8 threads.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testes de borda: matriz vazia, 1 x 1, matriz cheia, diagonal ligada só por cantos, tabuleiro de xadrez, listras horizontais e listras verticais.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matrizes aleatórias comparadas com a versão sequencial: nenhuma divergência.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ThreadSanitizer com 4 e 8 threads: nenhum aviso de condição de corrida.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Operacionais - PUCRS - 2026/II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017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Desempenho: 4000 x 4000 (16 milhões de células)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572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91640"/>
                <a:gridCol w="16916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Esparsa 30%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Densa 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0,278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0,575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thread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0,441 s  (0,63x)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0,747 s  (0,77x)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threads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0,256 s  (1,09x)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0,405 s  (1,42x)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threads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0,180 s  (1,55x)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0,257 s  (2,24x)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threads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0,118 s  (2,36x)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0,169 s  (3,41x)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200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7 execuções. Máquina: 12 núcleos lógicos, gcc 15.2, WSL2.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303520" y="118872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aceleração cresce de forma monotônica: nenhuma configuração piorou ao receber mais threads.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paralela com 1 thread perde da sequencial, e isso não é custo de thread: são os vetores de rótulo e de union-find (144 MB contra 16 MB).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Descontando esse custo estrutural, o ganho de 1 para 8 threads é de 3,74x na esparsa e 4,42x na densa.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200 x 200: com 8 threads a aceleração cai para 0,30, porque criar as threads custa mais que o trabalho.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Operacionais - PUCRS - 2026/II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017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tempo é gasto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679192" cy="1417320"/>
          </a:xfrm>
          <a:prstGeom prst="rect">
            <a:avLst/>
          </a:prstGeom>
          <a:solidFill>
            <a:srgbClr val="F2F2F2"/>
          </a:solidFill>
          <a:ln w="12700">
            <a:solidFill>
              <a:srgbClr val="C9CED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252728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Rotulagem (paralela)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581912"/>
            <a:ext cx="2350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0,142 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96,2% do tempo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36976" y="1143000"/>
            <a:ext cx="2679192" cy="1417320"/>
          </a:xfrm>
          <a:prstGeom prst="rect">
            <a:avLst/>
          </a:prstGeom>
          <a:solidFill>
            <a:srgbClr val="F2F2F2"/>
          </a:solidFill>
          <a:ln w="12700">
            <a:solidFill>
              <a:srgbClr val="C9CE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1568" y="1252728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(paralela)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1581912"/>
            <a:ext cx="2350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0,0010 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0,7% — única região crítica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07608" y="1143000"/>
            <a:ext cx="2679192" cy="1417320"/>
          </a:xfrm>
          <a:prstGeom prst="rect">
            <a:avLst/>
          </a:prstGeom>
          <a:solidFill>
            <a:srgbClr val="F2F2F2"/>
          </a:solidFill>
          <a:ln w="12700">
            <a:solidFill>
              <a:srgbClr val="C9CE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72200" y="1252728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Contagem (sequencial)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581912"/>
            <a:ext cx="2350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0,0046 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3,1% do tempo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8892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esparsa, 4 threads. A fração sequencial de 3,1% dá um teto de Amdahl de 3,7x com 4 threads e 6,6x com 8.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carga densa há menos objetos, então a contagem final cai para 0,6% e o teto sobe para 7,7x — foi ela que escalou melhor (3,41x).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12 núcleos lógicos, metade são de hyper-threading: para uma carga limitada por memória, a segunda thread do mesmo núcleo rende pouco.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de desequilíbrio: as faixas têm o mesmo número de células, mas não a mesma quantidade de células 1. A correção seria usar mais faixas do que threads, em fila dinâmica.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Operacionais - PUCRS - 2026/II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017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divisão por faixas de linhas resolve o problema com uma única região crítica, e ela custa 0,5% do tempo.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rótulo derivado da célula semente elimina o contador compartilhado da fase mais cara.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Union-find com raiz no menor rótulo torna a resposta determinista, independente da ordem das threads.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Corretude verificada nas 5 matrizes obrigatórias, em 7 casos de borda e em 40 matrizes aleatórias, de 1 a 8 threads.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Aceleração de até 3,41x com 8 threads; o paralelismo só compensa em matrizes grandes, e o teto é dado pela fração sequencial e pela banda de memória.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Operacionais - PUCRS - 2026/II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Contagem paralela de objetos em uma matriz binaria</dc:title>
  <dc:subject>PptxGenJS Presentation</dc:subject>
  <dc:creator>Pedro Augusto Wagner e Diogo Giacoboni Gallo</dc:creator>
  <cp:lastModifiedBy>Pedro Augusto Wagner e Diogo Giacoboni Gallo</cp:lastModifiedBy>
  <cp:revision>1</cp:revision>
  <dcterms:created xsi:type="dcterms:W3CDTF">2026-10-05T21:25:22Z</dcterms:created>
  <dcterms:modified xsi:type="dcterms:W3CDTF">2026-10-05T21:25:22Z</dcterms:modified>
</cp:coreProperties>
</file>